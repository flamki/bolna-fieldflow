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229"/>
          </a:solidFill>
          <a:ln w="12700">
            <a:solidFill>
              <a:srgbClr val="2032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754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FF4EA"/>
                </a:solidFill>
              </a:rPr>
              <a:t>FieldFlow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Voice Triage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85216" y="23317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FE3D8"/>
                </a:solidFill>
              </a:rPr>
              <a:t>AI voice-assisted enterprise service qualification using Bolna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914400"/>
            <a:ext cx="3383280" cy="3383280"/>
          </a:xfrm>
          <a:prstGeom prst="arc">
            <a:avLst/>
          </a:prstGeom>
          <a:noFill/>
          <a:ln w="38100">
            <a:solidFill>
              <a:srgbClr val="DFF4E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5806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-&gt; Web app -&gt; Bolna agent -&gt; Backend -&gt; Work order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0" y="57972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FF4EA"/>
                </a:solidFill>
              </a:rPr>
              <a:t>Full Stack Assignment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enterprise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229"/>
                </a:solidFill>
              </a:rPr>
              <a:t>Incomplete service requests create slow dispatch, SLA risk, and wrong technician assignment.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66928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5F4C"/>
                </a:solidFill>
              </a:rPr>
              <a:t>45 min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834640"/>
            <a:ext cx="2560320" cy="0"/>
          </a:xfrm>
          <a:prstGeom prst="line">
            <a:avLst/>
          </a:prstGeom>
          <a:noFill/>
          <a:ln w="15240">
            <a:solidFill>
              <a:srgbClr val="DDE5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035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6C"/>
                </a:solidFill>
              </a:rPr>
              <a:t>manual qualification baseline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70248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5F4C"/>
                </a:solidFill>
              </a:rPr>
              <a:t>3 handoffs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270248" y="2834640"/>
            <a:ext cx="2560320" cy="0"/>
          </a:xfrm>
          <a:prstGeom prst="line">
            <a:avLst/>
          </a:prstGeom>
          <a:noFill/>
          <a:ln w="15240">
            <a:solidFill>
              <a:srgbClr val="DDE5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0248" y="3035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6C"/>
                </a:solidFill>
              </a:rPr>
              <a:t>dispatcher, customer, technician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73568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93E"/>
                </a:solidFill>
              </a:rPr>
              <a:t>High risk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973568" y="2834640"/>
            <a:ext cx="2560320" cy="0"/>
          </a:xfrm>
          <a:prstGeom prst="line">
            <a:avLst/>
          </a:prstGeom>
          <a:noFill/>
          <a:ln w="15240">
            <a:solidFill>
              <a:srgbClr val="DDE5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3035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6C"/>
                </a:solidFill>
              </a:rPr>
              <a:t>missing parts or wrong skill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4325112"/>
            <a:ext cx="73152" cy="73152"/>
          </a:xfrm>
          <a:prstGeom prst="ellipse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report symptoms without operational context.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4782312"/>
            <a:ext cx="73152" cy="73152"/>
          </a:xfrm>
          <a:prstGeom prst="ellipse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7091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Dispatchers repeat calls before a work order can be trusted.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5239512"/>
            <a:ext cx="73152" cy="73152"/>
          </a:xfrm>
          <a:prstGeom prst="ellipse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1663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managers lack a quick signal for SLA breach risk.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FieldFlow Voice Triage | Bolna FSE Assignment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FieldFlow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789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8756C"/>
                </a:solidFill>
              </a:rPr>
              <a:t>A dispatcher creates a case, Bolna collects missing details by voice, and backend logic turns the call into a technician-ready work order.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19659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53288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5F4C"/>
                </a:solidFill>
              </a:rPr>
              <a:t>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" y="27340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41D"/>
                </a:solidFill>
              </a:rPr>
              <a:t>Intake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3026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56C"/>
                </a:solidFill>
              </a:rPr>
              <a:t>Raw service request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29000" y="2423160"/>
            <a:ext cx="19659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253288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5F4C"/>
                </a:solidFill>
              </a:rPr>
              <a:t>02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557016" y="27340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41D"/>
                </a:solidFill>
              </a:rPr>
              <a:t>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57016" y="3026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56C"/>
                </a:solidFill>
              </a:rPr>
              <a:t>Bolna voice triage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0" y="2423160"/>
            <a:ext cx="19659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253288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5F4C"/>
                </a:solidFill>
              </a:rPr>
              <a:t>03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345936" y="27340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41D"/>
                </a:solidFill>
              </a:rPr>
              <a:t>Webhook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5936" y="3026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56C"/>
                </a:solidFill>
              </a:rPr>
              <a:t>Transcript + extraction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006840" y="2423160"/>
            <a:ext cx="1965960" cy="987552"/>
          </a:xfrm>
          <a:prstGeom prst="roundRect">
            <a:avLst>
              <a:gd name="adj" fmla="val 7407"/>
            </a:avLst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4856" y="253288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34856" y="27340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34856" y="3026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DEDE6"/>
                </a:solidFill>
              </a:rPr>
              <a:t>Priority, SLA, skill, parts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70048" y="2724912"/>
            <a:ext cx="320040" cy="329184"/>
          </a:xfrm>
          <a:prstGeom prst="chevron">
            <a:avLst/>
          </a:prstGeom>
          <a:solidFill>
            <a:srgbClr val="F6C85F"/>
          </a:solidFill>
          <a:ln w="12700">
            <a:solidFill>
              <a:srgbClr val="F6C8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724912"/>
            <a:ext cx="320040" cy="329184"/>
          </a:xfrm>
          <a:prstGeom prst="chevron">
            <a:avLst/>
          </a:prstGeom>
          <a:solidFill>
            <a:srgbClr val="F6C85F"/>
          </a:solidFill>
          <a:ln w="12700">
            <a:solidFill>
              <a:srgbClr val="F6C8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7888" y="2724912"/>
            <a:ext cx="320040" cy="329184"/>
          </a:xfrm>
          <a:prstGeom prst="chevron">
            <a:avLst/>
          </a:prstGeom>
          <a:solidFill>
            <a:srgbClr val="F6C85F"/>
          </a:solidFill>
          <a:ln w="12700">
            <a:solidFill>
              <a:srgbClr val="F6C8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470916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5F4C"/>
                </a:solidFill>
              </a:rPr>
              <a:t>Outcome: qualified work order in under 10 minutes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FieldFlow Voice Triage | Bolna FSE Assignment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Bolna agent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CONTEXT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658368" y="1764792"/>
            <a:ext cx="73152" cy="73152"/>
          </a:xfrm>
          <a:prstGeom prst="ellipse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case_id, customer_name, contact_name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221992"/>
            <a:ext cx="73152" cy="73152"/>
          </a:xfrm>
          <a:prstGeom prst="ellipse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asset_type, issue, address, preferred_window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30540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GOALS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658368" y="3529584"/>
            <a:ext cx="73152" cy="73152"/>
          </a:xfrm>
          <a:prstGeom prst="ellipse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564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issue, start time, full outage vs degraded state.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986784"/>
            <a:ext cx="73152" cy="73152"/>
          </a:xfrm>
          <a:prstGeom prst="ellipse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1363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business impact, site access, availability, safety risk.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1280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EXTRACTION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766560" y="1700784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DFF4EA"/>
          </a:solidFill>
          <a:ln w="12700">
            <a:solidFill>
              <a:srgbClr val="DFF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178308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issue_summary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869680" y="1700784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DFF4EA"/>
          </a:solidFill>
          <a:ln w="12700">
            <a:solidFill>
              <a:srgbClr val="DFF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9408" y="178308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0" y="237744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DFF4EA"/>
          </a:solidFill>
          <a:ln w="12700">
            <a:solidFill>
              <a:srgbClr val="DFF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245973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urgency_reason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69680" y="237744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DFF4EA"/>
          </a:solidFill>
          <a:ln w="12700">
            <a:solidFill>
              <a:srgbClr val="DFF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9408" y="245973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customer_availability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3054096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DFF4EA"/>
          </a:solidFill>
          <a:ln w="12700">
            <a:solidFill>
              <a:srgbClr val="DFF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3136392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site_access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869680" y="3054096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FFF0C2"/>
          </a:solidFill>
          <a:ln w="12700">
            <a:solidFill>
              <a:srgbClr val="FFF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9408" y="3136392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5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technician_skill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66560" y="3730752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FFF0C2"/>
          </a:solidFill>
          <a:ln w="12700">
            <a:solidFill>
              <a:srgbClr val="FFF0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76288" y="3813048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5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parts_likely_needed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69680" y="3730752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FFF0C2"/>
          </a:solidFill>
          <a:ln w="12700">
            <a:solidFill>
              <a:srgbClr val="FFF0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9408" y="3813048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5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next_action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0" y="50292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3229"/>
                </a:solidFill>
              </a:rPr>
              <a:t>Prompt principle: collect operational truth, avoid diagnosis, and escalate safety risk.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FieldFlow Voice Triage | Bolna FSE Assignment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 experience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789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8756C"/>
                </a:solidFill>
              </a:rPr>
              <a:t>The first screen is the operator workspace: intake, queue, case detail, call launch, webhook status, and work order output.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21792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5F4C"/>
                </a:solidFill>
              </a:rPr>
              <a:t>1. New request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240487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229"/>
                </a:solidFill>
              </a:rPr>
              <a:t>Capture enterprise, contact, phone, asset, issue, and preferred window.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53912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5F4C"/>
                </a:solidFill>
              </a:rPr>
              <a:t>2. Triage queue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53912" y="240487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229"/>
                </a:solidFill>
              </a:rPr>
              <a:t>Track new, calling, and work-order-ready states.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5F4C"/>
                </a:solidFill>
              </a:rPr>
              <a:t>3. Detail + action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400507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229"/>
                </a:solidFill>
              </a:rPr>
              <a:t>Start Bolna call or demo-safe webhook flow.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5F4C"/>
                </a:solidFill>
              </a:rPr>
              <a:t>4. Output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53912" y="400507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229"/>
                </a:solidFill>
              </a:rPr>
              <a:t>Show priority, SLA, technician skill, likely parts, decision, and timeline.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548640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DFF4EA"/>
          </a:solidFill>
          <a:ln w="12700">
            <a:solidFill>
              <a:srgbClr val="DFF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5568696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Vite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48840" y="54864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DFF4EA"/>
          </a:solidFill>
          <a:ln w="12700">
            <a:solidFill>
              <a:srgbClr val="DFF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8568" y="5568696"/>
            <a:ext cx="1289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+ Express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22192" y="548640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DFF4EA"/>
          </a:solidFill>
          <a:ln w="12700">
            <a:solidFill>
              <a:srgbClr val="DFF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5568696"/>
            <a:ext cx="1380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Bolna /call API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54864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DFF4EA"/>
          </a:solidFill>
          <a:ln w="12700">
            <a:solidFill>
              <a:srgbClr val="DFF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5568696"/>
            <a:ext cx="1472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backend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FieldFlow Voice Triage | Bolna FSE Assignment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789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56C"/>
                </a:solidFill>
              </a:rPr>
              <a:t>The webhook turns call execution data into a prioritized work order.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" y="18288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5F4C"/>
                </a:solidFill>
              </a:rPr>
              <a:t>POST /api/cases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94760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41D"/>
                </a:solidFill>
              </a:rPr>
              <a:t>Create service case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24871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5F4C"/>
                </a:solidFill>
              </a:rPr>
              <a:t>POST /api/cases/:id/call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2487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41D"/>
                </a:solidFill>
              </a:rPr>
              <a:t>Start Bolna call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31455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5F4C"/>
                </a:solidFill>
              </a:rPr>
              <a:t>POST /api/bolna/webhook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94760" y="31455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41D"/>
                </a:solidFill>
              </a:rPr>
              <a:t>Process execution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38039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5F4C"/>
                </a:solidFill>
              </a:rPr>
              <a:t>POST /api/demo/webhook/:id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38039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3241D"/>
                </a:solidFill>
              </a:rPr>
              <a:t>Demo fallback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645920"/>
            <a:ext cx="0" cy="3200400"/>
          </a:xfrm>
          <a:prstGeom prst="line">
            <a:avLst/>
          </a:prstGeom>
          <a:noFill/>
          <a:ln w="15240">
            <a:solidFill>
              <a:srgbClr val="DDE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7556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INPUTS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7360920" y="2148840"/>
            <a:ext cx="138988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0648" y="223113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text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025128" y="2148840"/>
            <a:ext cx="138988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4856" y="223113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60920" y="2715768"/>
            <a:ext cx="138988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279806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impact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25128" y="2715768"/>
            <a:ext cx="138988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4856" y="279806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window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60920" y="3282696"/>
            <a:ext cx="138988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0648" y="336499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type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25128" y="3282696"/>
            <a:ext cx="1389888" cy="320040"/>
          </a:xfrm>
          <a:prstGeom prst="roundRect">
            <a:avLst>
              <a:gd name="adj" fmla="val 22857"/>
            </a:avLst>
          </a:prstGeom>
          <a:solidFill>
            <a:srgbClr val="FFE7DC"/>
          </a:solidFill>
          <a:ln w="12700">
            <a:solidFill>
              <a:srgbClr val="FFE7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336499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63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signals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60920" y="47091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3229"/>
                </a:solidFill>
              </a:rPr>
              <a:t>Output: P1 / P2 / P3, SLA, technician skill, likely parts, next backend action.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FieldFlow Voice Triage | Bolna FSE Assignment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0140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 metric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69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56C"/>
                </a:solidFill>
              </a:rPr>
              <a:t>Primary metric: time from raw service request to qualified work order.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240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93E"/>
                </a:solidFill>
              </a:rPr>
              <a:t>45 min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56C"/>
                </a:solidFill>
              </a:rPr>
              <a:t>manual baseline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51960" y="2432304"/>
            <a:ext cx="594360" cy="502920"/>
          </a:xfrm>
          <a:prstGeom prst="chevron">
            <a:avLst/>
          </a:prstGeom>
          <a:solidFill>
            <a:srgbClr val="F6C85F"/>
          </a:solidFill>
          <a:ln w="12700">
            <a:solidFill>
              <a:srgbClr val="F6C8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5F4C"/>
                </a:solidFill>
              </a:rPr>
              <a:t>&lt; 10 min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806440" y="28346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56C"/>
                </a:solidFill>
              </a:rPr>
              <a:t>target with FieldFlow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229"/>
                </a:solidFill>
              </a:rPr>
              <a:t>Expected business lift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4791456"/>
            <a:ext cx="73152" cy="73152"/>
          </a:xfrm>
          <a:prstGeom prst="ellipse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7183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dispatch and better SLA protection.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5212080"/>
            <a:ext cx="73152" cy="73152"/>
          </a:xfrm>
          <a:prstGeom prst="ellipse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complete triage data attached to each ticket.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4791456"/>
            <a:ext cx="73152" cy="73152"/>
          </a:xfrm>
          <a:prstGeom prst="ellipse">
            <a:avLst/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47183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32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first-time-right technician assignment.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FieldFlow Voice Triage | Bolna FSE Assignment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0140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 and links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691640"/>
            <a:ext cx="19659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8013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5F4C"/>
                </a:solidFill>
              </a:rPr>
              <a:t>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86384" y="200253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41D"/>
                </a:solidFill>
              </a:rPr>
              <a:t>Create case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6384" y="22951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56C"/>
                </a:solidFill>
              </a:rPr>
              <a:t>Dispatcher enters request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47288" y="1691640"/>
            <a:ext cx="19659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5304" y="18013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5F4C"/>
                </a:solidFill>
              </a:rPr>
              <a:t>02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575304" y="200253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41D"/>
                </a:solidFill>
              </a:rPr>
              <a:t>Start 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75304" y="22951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56C"/>
                </a:solidFill>
              </a:rPr>
              <a:t>Bolna receives context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691640"/>
            <a:ext cx="19659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8013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5F4C"/>
                </a:solidFill>
              </a:rPr>
              <a:t>03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64224" y="200253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41D"/>
                </a:solidFill>
              </a:rPr>
              <a:t>Webhook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64224" y="22951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56C"/>
                </a:solidFill>
              </a:rPr>
              <a:t>Call data posts back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025128" y="1691640"/>
            <a:ext cx="1965960" cy="987552"/>
          </a:xfrm>
          <a:prstGeom prst="roundRect">
            <a:avLst>
              <a:gd name="adj" fmla="val 7407"/>
            </a:avLst>
          </a:prstGeom>
          <a:solidFill>
            <a:srgbClr val="105F4C"/>
          </a:solidFill>
          <a:ln w="12700">
            <a:solidFill>
              <a:srgbClr val="105F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3144" y="18013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153144" y="200253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 order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53144" y="22951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DEDE6"/>
                </a:solidFill>
              </a:rPr>
              <a:t>Backend output appears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38221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5F4C"/>
                </a:solidFill>
              </a:rPr>
              <a:t>Deployed app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8221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3241D"/>
                </a:solidFill>
              </a:rPr>
              <a:t>https://bolna-one.vercel.app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4315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5F4C"/>
                </a:solidFill>
              </a:rPr>
              <a:t>Webhook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43159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3241D"/>
                </a:solidFill>
              </a:rPr>
              <a:t>https://bolna-one.vercel.app/api/bolna/webhook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4809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5F4C"/>
                </a:solidFill>
              </a:rPr>
              <a:t>Local demo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48097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3241D"/>
                </a:solidFill>
              </a:rPr>
              <a:t>http://localhost:5173?demo=1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555955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3229"/>
                </a:solidFill>
              </a:rPr>
              <a:t>Submission evidence: GitHub repo, deployed link, deck, screen recording, and call/demo recording.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FieldFlow Voice Triage | Bolna FSE Assignment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364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5F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FieldFlow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FieldFlow Voice Triage</dc:title>
  <dc:subject>Bolna Full Stack Assignment</dc:subject>
  <dc:creator>Ayush</dc:creator>
  <cp:lastModifiedBy>Ayush</cp:lastModifiedBy>
  <cp:revision>1</cp:revision>
  <dcterms:created xsi:type="dcterms:W3CDTF">2026-05-14T17:18:26Z</dcterms:created>
  <dcterms:modified xsi:type="dcterms:W3CDTF">2026-05-14T17:18:26Z</dcterms:modified>
</cp:coreProperties>
</file>