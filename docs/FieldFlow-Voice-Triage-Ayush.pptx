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2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3229"/>
          </a:solidFill>
          <a:ln w="12700">
            <a:solidFill>
              <a:srgbClr val="2032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85216" y="4754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FF4EA"/>
                </a:solidFill>
              </a:rPr>
              <a:t>FieldFlow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30352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Voice Triage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85216" y="2331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FE3D8"/>
                </a:solidFill>
              </a:rPr>
              <a:t>Bolna-powered enterprise service qualification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0" y="914400"/>
            <a:ext cx="3383280" cy="3383280"/>
          </a:xfrm>
          <a:prstGeom prst="arc">
            <a:avLst/>
          </a:prstGeom>
          <a:noFill/>
          <a:ln w="38100">
            <a:solidFill>
              <a:srgbClr val="DFF4E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5806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User -&gt; Web app -&gt; Bolna agent -&gt; Backend -&gt; Work order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0" y="579729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FF4EA"/>
                </a:solidFill>
              </a:rPr>
              <a:t>Full Stack Assignment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enterprise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229"/>
                </a:solidFill>
              </a:rPr>
              <a:t>Incomplete service requests create slow dispatch, SLA risk, and wrong technician assignment.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5F4C"/>
                </a:solidFill>
              </a:rPr>
              <a:t>45 min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834640"/>
            <a:ext cx="2560320" cy="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0358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manual qualification baseline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70248" y="2212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5F4C"/>
                </a:solidFill>
              </a:rPr>
              <a:t>3 handoffs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270248" y="2834640"/>
            <a:ext cx="2560320" cy="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70248" y="30358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dispatcher, customer, technician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73568" y="2212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93E"/>
                </a:solidFill>
              </a:rPr>
              <a:t>High risk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973568" y="2834640"/>
            <a:ext cx="2560320" cy="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73568" y="30358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missing parts or wrong skill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432511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251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report symptoms without operational context.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478231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70916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Dispatchers repeat calls before a work order can be trusted.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23951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1663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 managers lack a quick signal for SLA breach risk.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FieldFlow 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8756C"/>
                </a:solidFill>
              </a:rPr>
              <a:t>A dispatcher creates a case, Bolna collects missing details by voice, and backend logic turns the call into a technician-ready work order.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6809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Intake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Raw service request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2900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5701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55701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Call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5701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Bolna voice triage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03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34593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Webhook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593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Transcript + extraction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00684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04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13485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3485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DEDE6"/>
                </a:solidFill>
              </a:rPr>
              <a:t>Priority, SLA, skill, parts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70048" y="2724912"/>
            <a:ext cx="320040" cy="329184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724912"/>
            <a:ext cx="320040" cy="329184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47888" y="2724912"/>
            <a:ext cx="320040" cy="329184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65960" y="470916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5F4C"/>
                </a:solidFill>
              </a:rPr>
              <a:t>Outcome: qualified work order in under 10 minutes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Bolna agent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280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CONTEXT</a:t>
            </a:r>
            <a:endParaRPr lang="en-US" sz="740" dirty="0"/>
          </a:p>
        </p:txBody>
      </p:sp>
      <p:sp>
        <p:nvSpPr>
          <p:cNvPr id="4" name="Shape 2"/>
          <p:cNvSpPr/>
          <p:nvPr/>
        </p:nvSpPr>
        <p:spPr>
          <a:xfrm>
            <a:off x="658368" y="176479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case_id, customer_name, contact_name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22199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488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asset_type, issue, address, preferred_window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305409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 GOALS</a:t>
            </a:r>
            <a:endParaRPr lang="en-US" sz="740" dirty="0"/>
          </a:p>
        </p:txBody>
      </p:sp>
      <p:sp>
        <p:nvSpPr>
          <p:cNvPr id="9" name="Shape 7"/>
          <p:cNvSpPr/>
          <p:nvPr/>
        </p:nvSpPr>
        <p:spPr>
          <a:xfrm>
            <a:off x="658368" y="3529584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564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issue, start time, full outage vs degraded state.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986784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91363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business impact, site access, availability, safety risk.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EXTRACTION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766560" y="1700784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76288" y="178308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issue_summary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69680" y="1700784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79408" y="178308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2459736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urgency_reason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69680" y="2377440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79408" y="2459736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customer_availability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66560" y="3054096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76288" y="3136392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site_access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69680" y="3054096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FF0C2"/>
          </a:solidFill>
          <a:ln w="12700">
            <a:solidFill>
              <a:srgbClr val="FFF0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79408" y="3136392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D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technician_skill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3730752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FF0C2"/>
          </a:solidFill>
          <a:ln w="12700">
            <a:solidFill>
              <a:srgbClr val="FFF0C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76288" y="3813048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D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parts_likely_needed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69680" y="3730752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FF0C2"/>
          </a:solidFill>
          <a:ln w="12700">
            <a:solidFill>
              <a:srgbClr val="FFF0C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79408" y="3813048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D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next_action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766560" y="50292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Prompt principle: collect operational truth, avoid diagnosis, and escalate safety risk.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app experience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8756C"/>
                </a:solidFill>
              </a:rPr>
              <a:t>The first screen is the operator workspace: intake, queue, case detail, call launch, webhook status, and work order output.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21792" y="2011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1. New request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" y="24048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Capture enterprise, contact, phone, asset, issue, and preferred window.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153912" y="2011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2. Triage queue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53912" y="24048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Track new, calling, and work-order-ready states.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21792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3. Call evidence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40050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Show transcript, extracted impact, site access, and webhook status.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153912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4. Output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53912" y="40050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Show priority, SLA, technician routing, likely parts, decision, and timeline.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86400"/>
            <a:ext cx="132588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5568696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Vite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48840" y="5486400"/>
            <a:ext cx="150876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58568" y="5568696"/>
            <a:ext cx="1289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 + Express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822192" y="5486400"/>
            <a:ext cx="16002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5568696"/>
            <a:ext cx="1380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Bolna /call API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577840" y="5486400"/>
            <a:ext cx="169164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87568" y="5568696"/>
            <a:ext cx="1472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Webhook backend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logic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8756C"/>
                </a:solidFill>
              </a:rPr>
              <a:t>The webhook turns call execution data into a prioritized work order.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13232" y="1828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794760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Create service case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/api/cases/:id/call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94760" y="2487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Start Bolna call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" y="314553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/api/bolna/webhook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94760" y="31455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Process execution data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95160" y="1645920"/>
            <a:ext cx="0" cy="320040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60920" y="175564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SCORING INPUTS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360920" y="2148840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0648" y="223113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 text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025128" y="2148840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34856" y="223113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transcript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60920" y="2715768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70648" y="279806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impact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25128" y="2715768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79806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preferred window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60920" y="3282696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0648" y="33649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25128" y="3282696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E7DC"/>
          </a:solidFill>
          <a:ln w="12700">
            <a:solidFill>
              <a:srgbClr val="FFE7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34856" y="33649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63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signals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0920" y="47091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Output: P1 / P2 / P3, SLA, technician skill, likely parts, next backend action.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metric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69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8756C"/>
                </a:solidFill>
              </a:rPr>
              <a:t>Primary metric: time from raw service request to qualified work order.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793E"/>
                </a:solidFill>
              </a:rPr>
              <a:t>45 min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manual baseline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2432304"/>
            <a:ext cx="594360" cy="502920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06440" y="2240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5F4C"/>
                </a:solidFill>
              </a:rPr>
              <a:t>&lt; 10 min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806440" y="28346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target with FieldFlow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4251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229"/>
                </a:solidFill>
              </a:rPr>
              <a:t>Expected business lift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4791456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718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dispatch and better SLA protection.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212080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13892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complete triage data attached to each ticket.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4791456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91072" y="4718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first-time-right technician assignment.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Standout SaaS layer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8756C"/>
                </a:solidFill>
              </a:rPr>
              <a:t>The call workflow is packaged as an enterprise operations console, not a one-off integration.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Operations brief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2322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Queue health, urgency average, completion rate, and live webhook state.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619048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Call intelligence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90488" y="2322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Transcript plus extracted impact, urgency reason, access, availability, and parts signal.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658368" y="33558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Routing guidance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73989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Technician skill, SLA, assignment rule, and backend next action.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6190488" y="33558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90488" y="373989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Timestamped request, call, webhook, and work-order events.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" y="53492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This keeps scope tight while showing product, frontend, backend, and workflow judgment.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 flow and links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5836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8638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Create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8638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Dispatcher enters request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44728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7530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57530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Start call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7530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Bolna receives context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03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6422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Webhook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6422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Call data posts back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2512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5314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04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15314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 order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5314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DEDE6"/>
                </a:solidFill>
              </a:rPr>
              <a:t>Backend output appears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368" y="38221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5F4C"/>
                </a:solidFill>
              </a:rPr>
              <a:t>Deployed app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82219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3241D"/>
                </a:solidFill>
              </a:rPr>
              <a:t>https://bolna-one.vercel.app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4315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5F4C"/>
                </a:solidFill>
              </a:rPr>
              <a:t>Webhook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331720" y="4315968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3241D"/>
                </a:solidFill>
              </a:rPr>
              <a:t>https://bolna-one.vercel.app/api/bolna/webhook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48097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5F4C"/>
                </a:solidFill>
              </a:rPr>
              <a:t>Repository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31720" y="480974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3241D"/>
                </a:solidFill>
              </a:rPr>
              <a:t>https://github.com/Flamki/bolna-fieldflow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555955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Submission evidence: GitHub repo, deployed link, deck, screen recording, and call recording.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FieldFlow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FieldFlow Voice Triage</dc:title>
  <dc:subject>Bolna Full Stack Assignment</dc:subject>
  <dc:creator>Ayush</dc:creator>
  <cp:lastModifiedBy>Ayush</cp:lastModifiedBy>
  <cp:revision>1</cp:revision>
  <dcterms:created xsi:type="dcterms:W3CDTF">2026-05-14T19:18:47Z</dcterms:created>
  <dcterms:modified xsi:type="dcterms:W3CDTF">2026-05-14T19:18:47Z</dcterms:modified>
</cp:coreProperties>
</file>